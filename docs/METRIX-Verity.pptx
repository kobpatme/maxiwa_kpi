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101A2E"/>
          </a:solidFill>
          <a:ln w="12700">
            <a:solidFill>
              <a:srgbClr val="10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24128"/>
            <a:ext cx="1828800" cy="0"/>
          </a:xfrm>
          <a:prstGeom prst="line">
            <a:avLst/>
          </a:prstGeom>
          <a:noFill/>
          <a:ln w="40640">
            <a:solidFill>
              <a:srgbClr val="00A9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07008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Verity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7980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FD8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Executive system workflow and private cloud sizing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21792" y="3246120"/>
            <a:ext cx="5532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ระบบติดตาม SLA/KPI สำหรับการบริหารงานแบบ role-based พร้อมกรอบทรัพยากรสำหรับ private cloud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21792" y="416052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421081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Workflow</a:t>
            </a:r>
            <a:endParaRPr lang="en-US" sz="630" dirty="0"/>
          </a:p>
        </p:txBody>
      </p:sp>
      <p:sp>
        <p:nvSpPr>
          <p:cNvPr id="10" name="Shape 8"/>
          <p:cNvSpPr/>
          <p:nvPr/>
        </p:nvSpPr>
        <p:spPr>
          <a:xfrm>
            <a:off x="1920240" y="416052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421081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SLA/KPI</a:t>
            </a:r>
            <a:endParaRPr lang="en-US" sz="630" dirty="0"/>
          </a:p>
        </p:txBody>
      </p:sp>
      <p:sp>
        <p:nvSpPr>
          <p:cNvPr id="12" name="Shape 10"/>
          <p:cNvSpPr/>
          <p:nvPr/>
        </p:nvSpPr>
        <p:spPr>
          <a:xfrm>
            <a:off x="3218688" y="416052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421081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Private Cloud</a:t>
            </a:r>
            <a:endParaRPr lang="en-US" sz="630" dirty="0"/>
          </a:p>
        </p:txBody>
      </p:sp>
      <p:sp>
        <p:nvSpPr>
          <p:cNvPr id="14" name="Shape 12"/>
          <p:cNvSpPr/>
          <p:nvPr/>
        </p:nvSpPr>
        <p:spPr>
          <a:xfrm>
            <a:off x="4517136" y="4160520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4210812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UAT Readiness</a:t>
            </a:r>
            <a:endParaRPr lang="en-US" sz="630" dirty="0"/>
          </a:p>
        </p:txBody>
      </p:sp>
      <p:sp>
        <p:nvSpPr>
          <p:cNvPr id="16" name="Shape 14"/>
          <p:cNvSpPr/>
          <p:nvPr/>
        </p:nvSpPr>
        <p:spPr>
          <a:xfrm>
            <a:off x="6492240" y="11887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298448"/>
            <a:ext cx="996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1298448"/>
            <a:ext cx="996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App UI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601200" y="118872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298448"/>
            <a:ext cx="996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823960" y="25146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7112" y="2624328"/>
            <a:ext cx="1271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35240" y="1517904"/>
            <a:ext cx="411480" cy="0"/>
          </a:xfrm>
          <a:prstGeom prst="line">
            <a:avLst/>
          </a:prstGeom>
          <a:noFill/>
          <a:ln w="14605">
            <a:solidFill>
              <a:srgbClr val="A8B4C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189720" y="1517904"/>
            <a:ext cx="411480" cy="0"/>
          </a:xfrm>
          <a:prstGeom prst="line">
            <a:avLst/>
          </a:prstGeom>
          <a:noFill/>
          <a:ln w="14605">
            <a:solidFill>
              <a:srgbClr val="A8B4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68128" y="1847088"/>
            <a:ext cx="-521208" cy="667512"/>
          </a:xfrm>
          <a:prstGeom prst="line">
            <a:avLst/>
          </a:prstGeom>
          <a:noFill/>
          <a:ln w="14605">
            <a:solidFill>
              <a:srgbClr val="A8B4C5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21792" y="59893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1C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Prepared for leadership discussion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ยกระดับข้อมูล SLA/KPI เดิมให้เป็น operating platform สำหรับผู้บริหาร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6FE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Role-based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58368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เห็นเฉพาะงานตามสิทธิ์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324612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No DB access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4612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 จัดการผ่าน UI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5833872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657D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Private-ready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833872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แยกชั้น frontend/API/DB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412480" y="1600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0A46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Medium-lite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412480" y="2130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baseline ที่แนะนำ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58368" y="3337560"/>
            <a:ext cx="65836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ข้อเสนอหลัก: เริ่มใช้งานจริงด้วย private cloud spec ระดับ Medium-lite เพื่อบาลานซ์ต้นทุน ความเสี่ยง และ scalability จากนั้นวัด workload จริง 30-60 วันก่อน scale เพิ่ม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58368" y="4434840"/>
            <a:ext cx="6720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ระบบยังคงใช้ data model และ workflow เดิมใน Release 1 เพื่อลดความเสี่ยงในการเปลี่ยนระบบ ขณะที่เพิ่ม dashboard, task center, job tracker, admin studio และ realtime refresh ให้พร้อมใช้งานเชิงบริหาร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909560" y="3310128"/>
            <a:ext cx="3429000" cy="1627632"/>
          </a:xfrm>
          <a:prstGeom prst="roundRect">
            <a:avLst>
              <a:gd name="adj" fmla="val 3933"/>
            </a:avLst>
          </a:prstGeom>
          <a:solidFill>
            <a:srgbClr val="EDF7F5"/>
          </a:solidFill>
          <a:ln w="10160">
            <a:solidFill>
              <a:srgbClr val="B6E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3584448"/>
            <a:ext cx="28346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Decision to unlock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165592" y="3950208"/>
            <a:ext cx="27889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อนุมัติแนวทาง private cloud baseline และเริ่ม UAT/production parallel ด้วย metric ที่วัดได้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สถาปัตยกรรมปัจจุบันรองรับทั้ง Cloudflare-style deployment และ private cloud target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029968"/>
            <a:ext cx="1362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Staff / Lead / Manager / Exec / Admin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78608" y="192024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029968"/>
            <a:ext cx="12710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Browser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UI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62272" y="132588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435608"/>
            <a:ext cx="1499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Static Frontend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Nginx / Object Storage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62272" y="257860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2688336"/>
            <a:ext cx="1499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 Layer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Worker / Node Service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729984" y="192024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2029968"/>
            <a:ext cx="14538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of Record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015984" y="1325880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89136" y="1435608"/>
            <a:ext cx="1362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Realtime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WebSocket events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015984" y="2578608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9136" y="2688336"/>
            <a:ext cx="1362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Monitoring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Logs / Alerts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3120" y="2304288"/>
            <a:ext cx="475488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95928" y="2304288"/>
            <a:ext cx="466344" cy="-585216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95928" y="2304288"/>
            <a:ext cx="466344" cy="658368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08192" y="2962656"/>
            <a:ext cx="621792" cy="-658368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330184" y="2304288"/>
            <a:ext cx="685800" cy="-585216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330184" y="2304288"/>
            <a:ext cx="685800" cy="658368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13232" y="4892040"/>
            <a:ext cx="10561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หลักการ private cloud: แยกชั้นบริการให้ชัดเจน, ใช้ Postgres เป็น system of record, เพิ่ม Redis สำหรับ cache/session, และมี replica/backup สำหรับ recovery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Operating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การทำงานเริ่มจาก identity แล้วแยกประสบการณ์ตาม role และ scope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847088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Login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Employee ID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 / team / permissions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1975104" y="1993392"/>
            <a:ext cx="512064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7373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847088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Staff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0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My tasks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accept / update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3913632" y="1993392"/>
            <a:ext cx="512064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98848" y="17373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847088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Lead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98848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Team command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assign / monitor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5852160" y="1993392"/>
            <a:ext cx="512064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37376" y="17373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847088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Manager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37376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 center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edit / report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790688" y="1993392"/>
            <a:ext cx="512064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75904" y="1737360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1847088"/>
            <a:ext cx="11795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Executive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75904" y="2395728"/>
            <a:ext cx="1325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SLA risk / KPI health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9729216" y="1993392"/>
            <a:ext cx="301752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04120" y="1737360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77272" y="1847088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104120" y="2395728"/>
            <a:ext cx="14173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Studio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users / KPI / holidays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2057400" y="370332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30552" y="3813048"/>
            <a:ext cx="1362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 Engine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60520" y="370332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3813048"/>
            <a:ext cx="1728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SLA Engine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working days + holidays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29400" y="37033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02552" y="3813048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Data 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tasks / audit / kpis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052560" y="370332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3813048"/>
            <a:ext cx="1453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Reports + Tracker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66160" y="4032504"/>
            <a:ext cx="594360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4032504"/>
            <a:ext cx="594360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458200" y="4032504"/>
            <a:ext cx="594360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914400" y="5138928"/>
            <a:ext cx="9966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ผลลัพธ์: ข้อมูลสถานะงาน, deadline, SLA risk และ weighted KPI ถูกส่งกลับไปที่ dashboard ตามสิทธิ์ของแต่ละ role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 Lifecycle &amp; Control Points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วงจรชีวิตงานรองรับการรับงาน พักงาน ปิดงาน ยกเลิก และบันทึก audit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4144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Pending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311810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assigned / created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075688" y="2642616"/>
            <a:ext cx="795528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331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244144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On Process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311810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accepted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343400" y="2642616"/>
            <a:ext cx="795528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93792" y="2331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244144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On Hold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93792" y="311810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paused with reason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611112" y="2642616"/>
            <a:ext cx="795528" cy="0"/>
          </a:xfrm>
          <a:prstGeom prst="line">
            <a:avLst/>
          </a:prstGeom>
          <a:noFill/>
          <a:ln w="14605">
            <a:solidFill>
              <a:srgbClr val="8090A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61504" y="2331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34656" y="244144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61504" y="311810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completion date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9729216" y="233172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2368" y="2441448"/>
            <a:ext cx="1271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Cancelled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729216" y="3118104"/>
            <a:ext cx="1417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removed from active flow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694176" y="2962656"/>
            <a:ext cx="1499616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93792" y="2331720"/>
            <a:ext cx="-1499616" cy="0"/>
          </a:xfrm>
          <a:prstGeom prst="line">
            <a:avLst/>
          </a:prstGeom>
          <a:noFill/>
          <a:ln w="14605">
            <a:solidFill>
              <a:srgbClr val="98A6B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68680" y="4572000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SLA Engine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983480"/>
            <a:ext cx="3840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 deadline จาก KPI days + start date โดยตัด weekend และ active holidays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0" y="4572000"/>
            <a:ext cx="2057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4983480"/>
            <a:ext cx="4434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 action สำคัญ เช่น create, update, status change, delete และ admin operations ถูกบันทึกย้อนหลัง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Functional Modules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โมดูลหลักที่ต้องรองรับใน private cloud deployment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2057400" cy="566928"/>
          </a:xfrm>
          <a:prstGeom prst="rect">
            <a:avLst/>
          </a:prstGeom>
          <a:solidFill>
            <a:srgbClr val="0B1020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40764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Module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715768" y="1481328"/>
            <a:ext cx="2148840" cy="566928"/>
          </a:xfrm>
          <a:prstGeom prst="rect">
            <a:avLst/>
          </a:prstGeom>
          <a:solidFill>
            <a:srgbClr val="0B1020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40764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Primary Users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864608" y="1481328"/>
            <a:ext cx="6446520" cy="566928"/>
          </a:xfrm>
          <a:prstGeom prst="rect">
            <a:avLst/>
          </a:prstGeom>
          <a:solidFill>
            <a:srgbClr val="0B1020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40764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Job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58368" y="2048256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7692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My Work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2715768" y="2048256"/>
            <a:ext cx="2148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107692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Staff / Lead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4864608" y="2048256"/>
            <a:ext cx="64465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107692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รับงาน อัปเดตสถานะ เพิ่ม note และดูงานตัวเอง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658368" y="2615184"/>
            <a:ext cx="205740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74620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Team Command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2715768" y="2615184"/>
            <a:ext cx="214884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674620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Lead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4864608" y="2615184"/>
            <a:ext cx="644652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74620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ดูสุขภาพทีม มอบหมายงาน และติดตามสมาชิก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658368" y="3182112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241548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 Center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2715768" y="3182112"/>
            <a:ext cx="2148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3241548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Lead / Manager / Admin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4864608" y="3182112"/>
            <a:ext cx="64465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41548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 กรอง แก้ไข ลบ และติดตามงาน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58368" y="3749040"/>
            <a:ext cx="205740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08476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Performance Dashboard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715768" y="3749040"/>
            <a:ext cx="214884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3808476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Manager / Executive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4864608" y="3749040"/>
            <a:ext cx="644652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808476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 SLA risk, weighted KPI และ team matrix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658368" y="4315968"/>
            <a:ext cx="2057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375404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Job Tracker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2715768" y="4315968"/>
            <a:ext cx="21488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4375404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All roles by permission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4864608" y="4315968"/>
            <a:ext cx="644652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375404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ค้นหาประวัติงานจาก job code และ audit timeline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58368" y="4882896"/>
            <a:ext cx="205740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942332"/>
            <a:ext cx="1911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 Studio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2715768" y="4882896"/>
            <a:ext cx="214884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4942332"/>
            <a:ext cx="200253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4864608" y="4882896"/>
            <a:ext cx="6446520" cy="566928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942332"/>
            <a:ext cx="63002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จัดการ users, teams, KPI, holidays, system links, audit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658368" y="1481328"/>
            <a:ext cx="10652760" cy="3968496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CD6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5559552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Private cloud implication: API และ database ต้องรองรับทั้ง write-heavy task operations และ read-heavy dashboard/report queries พร้อมกัน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Private Cloud Sizing Scenarios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ประเมินจากจำนวนผู้ใช้พร้อมกัน ปริมาณ task และ audit log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141732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596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Scenario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2075688" y="1600200"/>
            <a:ext cx="141732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6596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493008" y="1600200"/>
            <a:ext cx="141732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596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Concurrent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910328" y="1600200"/>
            <a:ext cx="192024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596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Task records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830568" y="1600200"/>
            <a:ext cx="192024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16596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Audit records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750808" y="1600200"/>
            <a:ext cx="1554480" cy="685800"/>
          </a:xfrm>
          <a:prstGeom prst="rect">
            <a:avLst/>
          </a:prstGeom>
          <a:solidFill>
            <a:srgbClr val="1F6FEB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1659636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Availability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658368" y="22860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454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Small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2075688" y="22860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3454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50-150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3493008" y="22860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3454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10-30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4910328" y="2286000"/>
            <a:ext cx="192024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454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50k-200k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6830568" y="2286000"/>
            <a:ext cx="192024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3454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100k-500k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750808" y="2286000"/>
            <a:ext cx="155448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345436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99.5%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58368" y="2971800"/>
            <a:ext cx="141732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0312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Medium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075688" y="2971800"/>
            <a:ext cx="141732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48840" y="30312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150-500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3493008" y="2971800"/>
            <a:ext cx="141732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0312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30-100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4910328" y="2971800"/>
            <a:ext cx="192024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0312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200k-1M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6830568" y="2971800"/>
            <a:ext cx="192024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30312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500k-3M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8750808" y="2971800"/>
            <a:ext cx="1554480" cy="685800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3031236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99.9%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58368" y="36576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7170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Large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2075688" y="36576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48840" y="37170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500-1,500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3493008" y="3657600"/>
            <a:ext cx="141732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3717036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100-300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4910328" y="3657600"/>
            <a:ext cx="192024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7170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1M-5M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6830568" y="3657600"/>
            <a:ext cx="192024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717036"/>
            <a:ext cx="1773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3M-15M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8750808" y="3657600"/>
            <a:ext cx="1554480" cy="685800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23960" y="3717036"/>
            <a:ext cx="1408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99.9%+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658368" y="1600200"/>
            <a:ext cx="964692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CD6E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" y="4645152"/>
            <a:ext cx="10149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ข้อสังเกต: database เป็นตัวกำหนด capacity สำคัญกว่าตัว frontend เพราะระบบมี dashboard, filtering, job tracker, realtime และ audit log</a:t>
            </a:r>
            <a:endParaRPr lang="en-US" sz="1420" dirty="0"/>
          </a:p>
        </p:txBody>
      </p:sp>
      <p:sp>
        <p:nvSpPr>
          <p:cNvPr id="55" name="Shape 53"/>
          <p:cNvSpPr/>
          <p:nvPr/>
        </p:nvSpPr>
        <p:spPr>
          <a:xfrm>
            <a:off x="4160520" y="5596128"/>
            <a:ext cx="3703320" cy="256032"/>
          </a:xfrm>
          <a:prstGeom prst="roundRect">
            <a:avLst>
              <a:gd name="adj" fmla="val 21429"/>
            </a:avLst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33672" y="5646420"/>
            <a:ext cx="3557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Recommended starting point: Medium-lite</a:t>
            </a:r>
            <a:endParaRPr lang="en-US" sz="630" dirty="0"/>
          </a:p>
        </p:txBody>
      </p:sp>
      <p:sp>
        <p:nvSpPr>
          <p:cNvPr id="57" name="Text 55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58" name="Text 56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Recommended Production Baseline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Medium-lite spec สำหรับเริ่ม production แล้ววัด workload จริง 30-60 วัน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926080" cy="438912"/>
          </a:xfrm>
          <a:prstGeom prst="rect">
            <a:avLst/>
          </a:prstGeom>
          <a:solidFill>
            <a:srgbClr val="30A46C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7884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Component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584448" y="1298448"/>
            <a:ext cx="7086600" cy="438912"/>
          </a:xfrm>
          <a:prstGeom prst="rect">
            <a:avLst/>
          </a:prstGeom>
          <a:solidFill>
            <a:srgbClr val="30A46C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357884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Recommended Baseline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58368" y="1737360"/>
            <a:ext cx="2926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96796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Load Balancer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3584448" y="1737360"/>
            <a:ext cx="70866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96796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nodes, 2 vCPU, 4 GB RAM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658368" y="2176272"/>
            <a:ext cx="292608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35708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Frontend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3584448" y="2176272"/>
            <a:ext cx="708660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235708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nodes, 2 vCPU, 2 GB RAM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658368" y="2615184"/>
            <a:ext cx="2926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74620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3584448" y="2615184"/>
            <a:ext cx="70866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674620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nodes, 4 vCPU, 8-16 GB RAM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658368" y="3054096"/>
            <a:ext cx="292608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113532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Realtime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3584448" y="3054096"/>
            <a:ext cx="708660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113532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1-2 nodes, 4 vCPU, 8 GB RAM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658368" y="3493008"/>
            <a:ext cx="2926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52444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PostgreSQL Primary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3584448" y="3493008"/>
            <a:ext cx="70866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3552444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vCPU, 32 GB RAM, 1 TB NVMe/SSD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658368" y="3931920"/>
            <a:ext cx="292608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91356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PostgreSQL Replica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3584448" y="3931920"/>
            <a:ext cx="708660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991356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vCPU, 32 GB RAM, 1 TB NVMe/SSD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4370832"/>
            <a:ext cx="2926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430268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Redis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3584448" y="4370832"/>
            <a:ext cx="70866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430268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nodes, 2-4 vCPU, 8 GB RAM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658368" y="4809744"/>
            <a:ext cx="292608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869180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Monitoring/Logging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3584448" y="4809744"/>
            <a:ext cx="7086600" cy="438912"/>
          </a:xfrm>
          <a:prstGeom prst="rect">
            <a:avLst/>
          </a:prstGeom>
          <a:solidFill>
            <a:srgbClr val="F2F5F8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4869180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vCPU, 16 GB RAM, 500 GB disk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658368" y="5248656"/>
            <a:ext cx="292608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8092"/>
            <a:ext cx="27797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Backup Storage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3584448" y="5248656"/>
            <a:ext cx="708660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E1E7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5308092"/>
            <a:ext cx="6940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 TB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658368" y="1298448"/>
            <a:ext cx="10012680" cy="438912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CCD6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5815584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เหมาะกับ concurrent users ประมาณ 30-100 คน และ task records หลักแสนถึงประมาณ 1 ล้านรายการ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Reliability, Security &amp; DR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สิ่งที่ต้องกำหนดให้ชัดก่อนเปิดใช้งานจริง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4800600" cy="1298448"/>
          </a:xfrm>
          <a:prstGeom prst="roundRect">
            <a:avLst>
              <a:gd name="adj" fmla="val 4930"/>
            </a:avLst>
          </a:prstGeom>
          <a:solidFill>
            <a:srgbClr val="F7F9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72768"/>
            <a:ext cx="73152" cy="1298448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773936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Network &amp; Access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69264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Public zone เฉพาะ reverse proxy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API/DB อยู่ private zone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Admin access ผ่าน VPN/Bastion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6245352" y="1572768"/>
            <a:ext cx="4800600" cy="1298448"/>
          </a:xfrm>
          <a:prstGeom prst="roundRect">
            <a:avLst>
              <a:gd name="adj" fmla="val 4930"/>
            </a:avLst>
          </a:prstGeom>
          <a:solidFill>
            <a:srgbClr val="F7FBF8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572768"/>
            <a:ext cx="73152" cy="1298448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773936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Database Reliability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01384" y="2139696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Postgres primary + replica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SSD/NVMe + WAL archive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index ตาม filter สำคัญ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713232" y="3566160"/>
            <a:ext cx="4800600" cy="1298448"/>
          </a:xfrm>
          <a:prstGeom prst="roundRect">
            <a:avLst>
              <a:gd name="adj" fmla="val 4930"/>
            </a:avLst>
          </a:prstGeom>
          <a:solidFill>
            <a:srgbClr val="F7F9FF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566160"/>
            <a:ext cx="73152" cy="1298448"/>
          </a:xfrm>
          <a:prstGeom prst="rect">
            <a:avLst/>
          </a:prstGeom>
          <a:solidFill>
            <a:srgbClr val="7657D6"/>
          </a:solidFill>
          <a:ln w="12700">
            <a:solidFill>
              <a:srgbClr val="765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76732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Observability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69264" y="4133088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API latency, 5xx, timeout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DB slow query / locks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health checks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6245352" y="3566160"/>
            <a:ext cx="4800600" cy="1298448"/>
          </a:xfrm>
          <a:prstGeom prst="roundRect">
            <a:avLst>
              <a:gd name="adj" fmla="val 4930"/>
            </a:avLst>
          </a:prstGeom>
          <a:solidFill>
            <a:srgbClr val="F7FBF8"/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3566160"/>
            <a:ext cx="73152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376732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6203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Backup &amp; DR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501384" y="4133088"/>
            <a:ext cx="4160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Daily full + PITR เมื่อทำได้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RPO 1-4 ชม. สำหรับ Medium</a:t>
            </a:r>
            <a:endParaRPr lang="en-US" sz="910" dirty="0"/>
          </a:p>
          <a:p>
            <a:pPr algn="l" indent="0" marL="0">
              <a:buNone/>
            </a:pPr>
            <a:r>
              <a:rPr lang="en-US" sz="910" dirty="0">
                <a:solidFill>
                  <a:srgbClr val="33415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restore drill อย่างน้อยรายไตรมาส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Go-live Recommendation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21208" y="89611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8D4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ลำดับการตัดสินใจเพื่อย้ายจาก sizing ไปสู่การใช้งานจริง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25880" y="1517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Approve Medium-lite baseline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1883664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8D4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ใช้เป็น production starting point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941832" y="2039112"/>
            <a:ext cx="0" cy="384048"/>
          </a:xfrm>
          <a:prstGeom prst="line">
            <a:avLst/>
          </a:prstGeom>
          <a:noFill/>
          <a:ln w="19050">
            <a:solidFill>
              <a:srgbClr val="3B4A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25880" y="2542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Configure private cloud environment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290779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8D4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network, secrets, Postgres, Redis, monitoring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941832" y="3063240"/>
            <a:ext cx="0" cy="384048"/>
          </a:xfrm>
          <a:prstGeom prst="line">
            <a:avLst/>
          </a:prstGeom>
          <a:noFill/>
          <a:ln w="19050">
            <a:solidFill>
              <a:srgbClr val="3B4A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566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Run side-by-side UAT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393192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8D4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เทียบ workflow และรายงานกับระบบเดิม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41832" y="4087368"/>
            <a:ext cx="0" cy="384048"/>
          </a:xfrm>
          <a:prstGeom prst="line">
            <a:avLst/>
          </a:prstGeom>
          <a:noFill/>
          <a:ln w="19050">
            <a:solidFill>
              <a:srgbClr val="3B4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2588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Measure 30-60 days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495604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C8D4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 workload จริงก่อน scale เพิ่ม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537960" y="1828800"/>
            <a:ext cx="4434840" cy="2514600"/>
          </a:xfrm>
          <a:prstGeom prst="roundRect">
            <a:avLst>
              <a:gd name="adj" fmla="val 2545"/>
            </a:avLst>
          </a:prstGeom>
          <a:solidFill>
            <a:srgbClr val="111C30"/>
          </a:solidFill>
          <a:ln w="10160">
            <a:solidFill>
              <a:srgbClr val="2C3B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99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Executive 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2606040"/>
            <a:ext cx="36118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อนุมัติ baseline และให้ทีม IT/Operations เตรียม environment สำหรับ METRIX Verity พร้อม UAT checklist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8C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Scale เพิ่มจากข้อมูลจริง ไม่ overprovision ตั้งแต่วันแรก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METRIX Verity | Executive architecture &amp; private cloud sizing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1201400" y="64282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A86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elawade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METRIX Verity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METRIX Verity - Executive System Workflow and Private Cloud Sizing</dc:title>
  <dc:subject>Executive workflow and private cloud sizing</dc:subject>
  <dc:creator>Codex</dc:creator>
  <cp:lastModifiedBy>Codex</cp:lastModifiedBy>
  <cp:revision>1</cp:revision>
  <dcterms:created xsi:type="dcterms:W3CDTF">2026-05-15T06:01:09Z</dcterms:created>
  <dcterms:modified xsi:type="dcterms:W3CDTF">2026-05-15T06:01:09Z</dcterms:modified>
</cp:coreProperties>
</file>